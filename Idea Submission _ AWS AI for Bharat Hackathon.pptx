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Manrope SemiBol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587089-7F78-1152-5378-AC8CF30A304A}"/>
              </a:ext>
            </a:extLst>
          </p:cNvPr>
          <p:cNvSpPr txBox="1"/>
          <p:nvPr/>
        </p:nvSpPr>
        <p:spPr>
          <a:xfrm>
            <a:off x="634408" y="1329450"/>
            <a:ext cx="718406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RHISA: Regional Health Insight &amp; Support 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AI-Powered Healthcare Assistant for Gujarat &amp; Maharashtra,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An AI-powered regional healthcare assistant focused on eye and skin health with multilingual support and privacy-first synthetic data.</a:t>
            </a:r>
          </a:p>
          <a:p>
            <a:r>
              <a:rPr lang="en-IN" sz="1600" dirty="0"/>
              <a:t>Healthcare Challenges in Rural India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Limited healthcare access in rural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Language barriers (Gujarati / Marathi)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Lack of regional health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Compliance gaps with state guidelines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Healthcare worker overload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 of the proposed solution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220</Words>
  <Application>Microsoft Office PowerPoint</Application>
  <PresentationFormat>On-screen Show (16:9)</PresentationFormat>
  <Paragraphs>26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Manrope SemiBold</vt:lpstr>
      <vt:lpstr>Manrope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Ronak Panchal</cp:lastModifiedBy>
  <cp:revision>2</cp:revision>
  <dcterms:modified xsi:type="dcterms:W3CDTF">2026-01-25T14:28:30Z</dcterms:modified>
</cp:coreProperties>
</file>